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Holiday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D9ECF2"/>
                </a:solidFill>
                <a:latin typeface="Calibri"/>
              </a:rPr>
              <a:t>Finding an adventurous tropical escape near the nightlife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D9ECF2"/>
                </a:solidFill>
                <a:latin typeface="Calibri"/>
              </a:rPr>
              <a:t>The problem: you have unused vacation time and want somewhere warm, adventurous and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D9ECF2"/>
                </a:solidFill>
                <a:latin typeface="Calibri"/>
              </a:rPr>
              <a:t>buzzing with clubs, bars and restaurants — but too many options and too little 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06240"/>
            <a:ext cx="3291840" cy="17373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443484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206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86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D9ECF2"/>
                </a:solidFill>
                <a:latin typeface="Calibri"/>
              </a:rPr>
              <a:t>Score weather + nightlife +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06240"/>
            <a:ext cx="3291840" cy="17373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443484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51206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486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D9ECF2"/>
                </a:solidFill>
                <a:latin typeface="Calibri"/>
              </a:rPr>
              <a:t>Hosted app, map &amp; heatmap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206240"/>
            <a:ext cx="3291840" cy="17373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443484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512064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486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D9ECF2"/>
                </a:solidFill>
                <a:latin typeface="Calibri"/>
              </a:rPr>
              <a:t>Willock · Obisesan · Backhouse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D9ECF2"/>
                </a:solidFill>
                <a:latin typeface="Calibri"/>
              </a:rPr>
              <a:t>Data Scientist Specialisation — Web Scraping &amp; APIs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65A82"/>
                </a:solidFill>
                <a:latin typeface="Cambria"/>
              </a:rPr>
              <a:t>Solution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932688"/>
          </a:xfrm>
          <a:prstGeom prst="roundRect">
            <a:avLst/>
          </a:prstGeom>
          <a:solidFill>
            <a:srgbClr val="D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563624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4904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65A82"/>
                </a:solidFill>
                <a:latin typeface="Calibri"/>
              </a:rPr>
              <a:t>Gather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Open-Meteo weather (keyless) · Google Places amenities · Google Geocoding · scraped prices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50591"/>
            <a:ext cx="10881360" cy="932688"/>
          </a:xfrm>
          <a:prstGeom prst="roundRect">
            <a:avLst/>
          </a:prstGeom>
          <a:solidFill>
            <a:srgbClr val="D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642615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69463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65A82"/>
                </a:solidFill>
                <a:latin typeface="Calibri"/>
              </a:rPr>
              <a:t>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42032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SQLite stores billable API responses with a TTL — cost control &amp; reproducibility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9584"/>
            <a:ext cx="10881360" cy="932688"/>
          </a:xfrm>
          <a:prstGeom prst="roundRect">
            <a:avLst/>
          </a:prstGeom>
          <a:solidFill>
            <a:srgbClr val="D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721608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64845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65A82"/>
                </a:solidFill>
                <a:latin typeface="Calibri"/>
              </a:rP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21024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Transparent weighted 'Adventure Score': warmth, clear skies, calm wind, nightlife,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08576"/>
            <a:ext cx="10881360" cy="932688"/>
          </a:xfrm>
          <a:prstGeom prst="roundRect">
            <a:avLst/>
          </a:prstGeom>
          <a:solidFill>
            <a:srgbClr val="D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8006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2744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65A82"/>
                </a:solidFill>
                <a:latin typeface="Calibri"/>
              </a:rPr>
              <a:t>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700016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Streamlit app: preferences, ranked table, folium map + heatmap, LLM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Architecture: one shared pipeline powers both the app and the analysis notebook, so the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product and the analysis never drift. Modular, documented, unit-tested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65A82"/>
                </a:solidFill>
                <a:latin typeface="Cambria"/>
              </a:rP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169164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7276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A259"/>
                </a:solidFill>
                <a:latin typeface="Cambria"/>
              </a:rPr>
              <a:t>Da Nang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top balanced pick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169164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7276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A259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destinations compared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71600"/>
            <a:ext cx="3383280" cy="169164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572768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4A259"/>
                </a:solidFill>
                <a:latin typeface="Cambria"/>
              </a:rPr>
              <a:t>Nightlife +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drive the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C7293"/>
                </a:solidFill>
                <a:latin typeface="Calibri"/>
              </a:rPr>
              <a:t>What the data shows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977639"/>
            <a:ext cx="201168" cy="201168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Recommendations shift sensibly with user priorities — budget-first vs nightlife-first reorder the list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44568"/>
            <a:ext cx="201168" cy="201168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9884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Nightlife density and value dominate; tropical temperature differentiates less (all candidates are warm)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111496"/>
            <a:ext cx="201168" cy="201168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6577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An interactive map + heatmap lets users compare options geographically at a glance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678424"/>
            <a:ext cx="201168" cy="201168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3270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SQLite caching makes the demo fast and keeps Google API costs negligible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mbria"/>
              </a:rPr>
              <a:t>How LLMs were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383280" cy="27432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Ideation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9ECF2"/>
                </a:solidFill>
                <a:latin typeface="Calibri"/>
              </a:rPr>
              <a:t>Curated the tropical destination shortlist and the nightlife/amenity phrasing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383280" cy="27432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9ECF2"/>
                </a:solidFill>
                <a:latin typeface="Calibri"/>
              </a:rPr>
              <a:t>Drafted the scoring rationale and the starting weights for the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54480"/>
            <a:ext cx="3383280" cy="27432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1828800"/>
            <a:ext cx="640080" cy="6400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651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089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9ECF2"/>
                </a:solidFill>
                <a:latin typeface="Calibri"/>
              </a:rPr>
              <a:t>Generates the user-facing 'why this destination' blurb in the app (with an offline fallback)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D9ECF2"/>
                </a:solidFill>
                <a:latin typeface="Calibri"/>
              </a:rPr>
              <a:t>The numeric Adventure Score stays fully deterministic and auditable — the LLM assists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D9ECF2"/>
                </a:solidFill>
                <a:latin typeface="Calibri"/>
              </a:rPr>
              <a:t>ideation and communication, never the ranking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65A82"/>
                </a:solidFill>
                <a:latin typeface="Cambria"/>
              </a:rPr>
              <a:t>Conclusions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C7293"/>
                </a:solidFill>
                <a:latin typeface="Calibri"/>
              </a:rPr>
              <a:t>Conclusions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20239"/>
            <a:ext cx="182880" cy="1828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22222"/>
                </a:solidFill>
                <a:latin typeface="Calibri"/>
              </a:rPr>
              <a:t>A transparent weighted model gives explainable, user-tunable recommendations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70047"/>
            <a:ext cx="182880" cy="1828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24327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22222"/>
                </a:solidFill>
                <a:latin typeface="Calibri"/>
              </a:rPr>
              <a:t>Delivered as a hosted app with map + heatmap and a reproducible codebase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19855"/>
            <a:ext cx="182880" cy="1828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74135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22222"/>
                </a:solidFill>
                <a:latin typeface="Calibri"/>
              </a:rPr>
              <a:t>Meets every brief requirement: Google APIs, scraping, DB, hosting, VCS, PM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C7293"/>
                </a:solidFill>
                <a:latin typeface="Calibri"/>
              </a:rPr>
              <a:t>Lessons learned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20239"/>
            <a:ext cx="182880" cy="1828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19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22222"/>
                </a:solidFill>
                <a:latin typeface="Calibri"/>
              </a:rPr>
              <a:t>Make every external call fail-safe; treat keys as optional config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70047"/>
            <a:ext cx="182880" cy="1828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24327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22222"/>
                </a:solidFill>
                <a:latin typeface="Calibri"/>
              </a:rPr>
              <a:t>Cache billable APIs early — cost, speed and reproducibility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419855"/>
            <a:ext cx="182880" cy="1828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374135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22222"/>
                </a:solidFill>
                <a:latin typeface="Calibri"/>
              </a:rPr>
              <a:t>Keep scoring weights explicit so recommendations are defensible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10881360" cy="13716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D9ECF2"/>
                </a:solidFill>
                <a:latin typeface="Calibri"/>
              </a:rPr>
              <a:t>Future work: live flight-price API, a richer scraped-amenities layer, user accounts &amp;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9ECF2"/>
                </a:solidFill>
                <a:latin typeface="Calibri"/>
              </a:rPr>
              <a:t>saved trips, and a scheduled weekly data refresh on a Postgres cache.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77777"/>
                </a:solidFill>
                <a:latin typeface="Calibri"/>
              </a:rPr>
              <a:t>Sam Willock · Amechi Obisesan · Fenner Backhouse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